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3" autoAdjust="0"/>
    <p:restoredTop sz="94660"/>
  </p:normalViewPr>
  <p:slideViewPr>
    <p:cSldViewPr snapToGrid="0">
      <p:cViewPr>
        <p:scale>
          <a:sx n="67" d="100"/>
          <a:sy n="67" d="100"/>
        </p:scale>
        <p:origin x="69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7638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883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90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61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773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93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250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165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348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40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10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97BC5-EB65-4798-AD64-6E117F84AD6C}" type="datetimeFigureOut">
              <a:rPr lang="de-DE" smtClean="0"/>
              <a:t>22.01.2026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6CFC7-5F10-4731-AEDD-601112CCB8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7536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13" y="357188"/>
            <a:ext cx="11491125" cy="6241253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851453" y="-1"/>
            <a:ext cx="11340549" cy="6858000"/>
          </a:xfrm>
          <a:custGeom>
            <a:avLst/>
            <a:gdLst/>
            <a:ahLst/>
            <a:cxnLst/>
            <a:rect l="l" t="t" r="r" b="b"/>
            <a:pathLst>
              <a:path w="11340549" h="6858000">
                <a:moveTo>
                  <a:pt x="7259380" y="3546097"/>
                </a:moveTo>
                <a:lnTo>
                  <a:pt x="7468571" y="3546097"/>
                </a:lnTo>
                <a:lnTo>
                  <a:pt x="7468571" y="3829470"/>
                </a:lnTo>
                <a:cubicBezTo>
                  <a:pt x="7408237" y="3896728"/>
                  <a:pt x="7350623" y="3946677"/>
                  <a:pt x="7295729" y="3979317"/>
                </a:cubicBezTo>
                <a:cubicBezTo>
                  <a:pt x="7240834" y="4011957"/>
                  <a:pt x="7181242" y="4028277"/>
                  <a:pt x="7116951" y="4028277"/>
                </a:cubicBezTo>
                <a:cubicBezTo>
                  <a:pt x="7037824" y="4028277"/>
                  <a:pt x="6976253" y="4007753"/>
                  <a:pt x="6932239" y="3966706"/>
                </a:cubicBezTo>
                <a:cubicBezTo>
                  <a:pt x="6888225" y="3925659"/>
                  <a:pt x="6866218" y="3870517"/>
                  <a:pt x="6866218" y="3801281"/>
                </a:cubicBezTo>
                <a:cubicBezTo>
                  <a:pt x="6866218" y="3760729"/>
                  <a:pt x="6873883" y="3724874"/>
                  <a:pt x="6889214" y="3693718"/>
                </a:cubicBezTo>
                <a:cubicBezTo>
                  <a:pt x="6904545" y="3662562"/>
                  <a:pt x="6928530" y="3635857"/>
                  <a:pt x="6961170" y="3613602"/>
                </a:cubicBezTo>
                <a:cubicBezTo>
                  <a:pt x="6993810" y="3591348"/>
                  <a:pt x="7034857" y="3574533"/>
                  <a:pt x="7084311" y="3563159"/>
                </a:cubicBezTo>
                <a:cubicBezTo>
                  <a:pt x="7133766" y="3551784"/>
                  <a:pt x="7192121" y="3546097"/>
                  <a:pt x="7259380" y="3546097"/>
                </a:cubicBezTo>
                <a:close/>
                <a:moveTo>
                  <a:pt x="2606680" y="2943743"/>
                </a:moveTo>
                <a:cubicBezTo>
                  <a:pt x="2545975" y="2943743"/>
                  <a:pt x="2492734" y="2955118"/>
                  <a:pt x="2446958" y="2977867"/>
                </a:cubicBezTo>
                <a:cubicBezTo>
                  <a:pt x="2401182" y="3000615"/>
                  <a:pt x="2362867" y="3030783"/>
                  <a:pt x="2332012" y="3068368"/>
                </a:cubicBezTo>
                <a:cubicBezTo>
                  <a:pt x="2301156" y="3105953"/>
                  <a:pt x="2277272" y="3149720"/>
                  <a:pt x="2260357" y="3199669"/>
                </a:cubicBezTo>
                <a:cubicBezTo>
                  <a:pt x="2243442" y="3249618"/>
                  <a:pt x="2233988" y="3301792"/>
                  <a:pt x="2231994" y="3356192"/>
                </a:cubicBezTo>
                <a:lnTo>
                  <a:pt x="2960456" y="3356192"/>
                </a:lnTo>
                <a:cubicBezTo>
                  <a:pt x="2963424" y="3227611"/>
                  <a:pt x="2934810" y="3126724"/>
                  <a:pt x="2874615" y="3053532"/>
                </a:cubicBezTo>
                <a:cubicBezTo>
                  <a:pt x="2814419" y="2980339"/>
                  <a:pt x="2725108" y="2943743"/>
                  <a:pt x="2606680" y="2943743"/>
                </a:cubicBezTo>
                <a:close/>
                <a:moveTo>
                  <a:pt x="4388383" y="2773126"/>
                </a:moveTo>
                <a:cubicBezTo>
                  <a:pt x="4410143" y="2773126"/>
                  <a:pt x="4428194" y="2773868"/>
                  <a:pt x="4442536" y="2775351"/>
                </a:cubicBezTo>
                <a:cubicBezTo>
                  <a:pt x="4456877" y="2776835"/>
                  <a:pt x="4468005" y="2779802"/>
                  <a:pt x="4475918" y="2784253"/>
                </a:cubicBezTo>
                <a:cubicBezTo>
                  <a:pt x="4483830" y="2788704"/>
                  <a:pt x="4489517" y="2793649"/>
                  <a:pt x="4492979" y="2799089"/>
                </a:cubicBezTo>
                <a:cubicBezTo>
                  <a:pt x="4496441" y="2804529"/>
                  <a:pt x="4498172" y="2811206"/>
                  <a:pt x="4498172" y="2819118"/>
                </a:cubicBezTo>
                <a:lnTo>
                  <a:pt x="4498172" y="2995670"/>
                </a:lnTo>
                <a:cubicBezTo>
                  <a:pt x="4516965" y="2974652"/>
                  <a:pt x="4535618" y="2955040"/>
                  <a:pt x="4554132" y="2936835"/>
                </a:cubicBezTo>
                <a:lnTo>
                  <a:pt x="4577799" y="2915199"/>
                </a:lnTo>
                <a:lnTo>
                  <a:pt x="4577799" y="3155024"/>
                </a:lnTo>
                <a:lnTo>
                  <a:pt x="4571426" y="3161929"/>
                </a:lnTo>
                <a:cubicBezTo>
                  <a:pt x="4555230" y="3180413"/>
                  <a:pt x="4538724" y="3200164"/>
                  <a:pt x="4521910" y="3221182"/>
                </a:cubicBezTo>
                <a:lnTo>
                  <a:pt x="4521910" y="4154385"/>
                </a:lnTo>
                <a:cubicBezTo>
                  <a:pt x="4521910" y="4162298"/>
                  <a:pt x="4519932" y="4168974"/>
                  <a:pt x="4515975" y="4174414"/>
                </a:cubicBezTo>
                <a:cubicBezTo>
                  <a:pt x="4512019" y="4179854"/>
                  <a:pt x="4505590" y="4184553"/>
                  <a:pt x="4496688" y="4188509"/>
                </a:cubicBezTo>
                <a:cubicBezTo>
                  <a:pt x="4487787" y="4192465"/>
                  <a:pt x="4475423" y="4195432"/>
                  <a:pt x="4459598" y="4197411"/>
                </a:cubicBezTo>
                <a:cubicBezTo>
                  <a:pt x="4443772" y="4199389"/>
                  <a:pt x="4423496" y="4200378"/>
                  <a:pt x="4398768" y="4200378"/>
                </a:cubicBezTo>
                <a:cubicBezTo>
                  <a:pt x="4375031" y="4200378"/>
                  <a:pt x="4355248" y="4199389"/>
                  <a:pt x="4339423" y="4197411"/>
                </a:cubicBezTo>
                <a:cubicBezTo>
                  <a:pt x="4323598" y="4195432"/>
                  <a:pt x="4310987" y="4192465"/>
                  <a:pt x="4301591" y="4188509"/>
                </a:cubicBezTo>
                <a:cubicBezTo>
                  <a:pt x="4292194" y="4184553"/>
                  <a:pt x="4285765" y="4179854"/>
                  <a:pt x="4282304" y="4174414"/>
                </a:cubicBezTo>
                <a:cubicBezTo>
                  <a:pt x="4278842" y="4168974"/>
                  <a:pt x="4277111" y="4162298"/>
                  <a:pt x="4277111" y="4154385"/>
                </a:cubicBezTo>
                <a:lnTo>
                  <a:pt x="4277111" y="2819118"/>
                </a:lnTo>
                <a:cubicBezTo>
                  <a:pt x="4277111" y="2811206"/>
                  <a:pt x="4278595" y="2804529"/>
                  <a:pt x="4281562" y="2799089"/>
                </a:cubicBezTo>
                <a:cubicBezTo>
                  <a:pt x="4284529" y="2793649"/>
                  <a:pt x="4290464" y="2788704"/>
                  <a:pt x="4299366" y="2784253"/>
                </a:cubicBezTo>
                <a:cubicBezTo>
                  <a:pt x="4308267" y="2779802"/>
                  <a:pt x="4319642" y="2776835"/>
                  <a:pt x="4333489" y="2775351"/>
                </a:cubicBezTo>
                <a:cubicBezTo>
                  <a:pt x="4347336" y="2773868"/>
                  <a:pt x="4365634" y="2773126"/>
                  <a:pt x="4388383" y="2773126"/>
                </a:cubicBezTo>
                <a:close/>
                <a:moveTo>
                  <a:pt x="1493644" y="2773126"/>
                </a:moveTo>
                <a:cubicBezTo>
                  <a:pt x="1518371" y="2773126"/>
                  <a:pt x="1538647" y="2774115"/>
                  <a:pt x="1554473" y="2776093"/>
                </a:cubicBezTo>
                <a:cubicBezTo>
                  <a:pt x="1570298" y="2778071"/>
                  <a:pt x="1582662" y="2781038"/>
                  <a:pt x="1591563" y="2784995"/>
                </a:cubicBezTo>
                <a:cubicBezTo>
                  <a:pt x="1600465" y="2788951"/>
                  <a:pt x="1606894" y="2793896"/>
                  <a:pt x="1610851" y="2799831"/>
                </a:cubicBezTo>
                <a:cubicBezTo>
                  <a:pt x="1614807" y="2805765"/>
                  <a:pt x="1616785" y="2812194"/>
                  <a:pt x="1616785" y="2819118"/>
                </a:cubicBezTo>
                <a:lnTo>
                  <a:pt x="1616785" y="4154385"/>
                </a:lnTo>
                <a:cubicBezTo>
                  <a:pt x="1616785" y="4162298"/>
                  <a:pt x="1614807" y="4168974"/>
                  <a:pt x="1610851" y="4174414"/>
                </a:cubicBezTo>
                <a:cubicBezTo>
                  <a:pt x="1606894" y="4179854"/>
                  <a:pt x="1600465" y="4184553"/>
                  <a:pt x="1591563" y="4188509"/>
                </a:cubicBezTo>
                <a:cubicBezTo>
                  <a:pt x="1582662" y="4192465"/>
                  <a:pt x="1570298" y="4195432"/>
                  <a:pt x="1554473" y="4197411"/>
                </a:cubicBezTo>
                <a:cubicBezTo>
                  <a:pt x="1538647" y="4199389"/>
                  <a:pt x="1518371" y="4200378"/>
                  <a:pt x="1493644" y="4200378"/>
                </a:cubicBezTo>
                <a:cubicBezTo>
                  <a:pt x="1469906" y="4200378"/>
                  <a:pt x="1450124" y="4199389"/>
                  <a:pt x="1434298" y="4197411"/>
                </a:cubicBezTo>
                <a:cubicBezTo>
                  <a:pt x="1418473" y="4195432"/>
                  <a:pt x="1405862" y="4192465"/>
                  <a:pt x="1396466" y="4188509"/>
                </a:cubicBezTo>
                <a:cubicBezTo>
                  <a:pt x="1387069" y="4184553"/>
                  <a:pt x="1380640" y="4179854"/>
                  <a:pt x="1377179" y="4174414"/>
                </a:cubicBezTo>
                <a:cubicBezTo>
                  <a:pt x="1373717" y="4168974"/>
                  <a:pt x="1371986" y="4162298"/>
                  <a:pt x="1371986" y="4154385"/>
                </a:cubicBezTo>
                <a:lnTo>
                  <a:pt x="1371986" y="2819118"/>
                </a:lnTo>
                <a:cubicBezTo>
                  <a:pt x="1371986" y="2812194"/>
                  <a:pt x="1373717" y="2805765"/>
                  <a:pt x="1377179" y="2799831"/>
                </a:cubicBezTo>
                <a:cubicBezTo>
                  <a:pt x="1380640" y="2793896"/>
                  <a:pt x="1387069" y="2788951"/>
                  <a:pt x="1396466" y="2784995"/>
                </a:cubicBezTo>
                <a:cubicBezTo>
                  <a:pt x="1405862" y="2781038"/>
                  <a:pt x="1418473" y="2778071"/>
                  <a:pt x="1434298" y="2776093"/>
                </a:cubicBezTo>
                <a:cubicBezTo>
                  <a:pt x="1450124" y="2774115"/>
                  <a:pt x="1469906" y="2773126"/>
                  <a:pt x="1493644" y="2773126"/>
                </a:cubicBezTo>
                <a:close/>
                <a:moveTo>
                  <a:pt x="10435595" y="2752355"/>
                </a:moveTo>
                <a:cubicBezTo>
                  <a:pt x="10359435" y="2752355"/>
                  <a:pt x="10284017" y="2771889"/>
                  <a:pt x="10209341" y="2810958"/>
                </a:cubicBezTo>
                <a:cubicBezTo>
                  <a:pt x="10134665" y="2850027"/>
                  <a:pt x="10059742" y="2911598"/>
                  <a:pt x="9984571" y="2995670"/>
                </a:cubicBezTo>
                <a:lnTo>
                  <a:pt x="9984571" y="2819118"/>
                </a:lnTo>
                <a:cubicBezTo>
                  <a:pt x="9984571" y="2811206"/>
                  <a:pt x="9982840" y="2804529"/>
                  <a:pt x="9979378" y="2799089"/>
                </a:cubicBezTo>
                <a:cubicBezTo>
                  <a:pt x="9975917" y="2793649"/>
                  <a:pt x="9970229" y="2788704"/>
                  <a:pt x="9962317" y="2784253"/>
                </a:cubicBezTo>
                <a:cubicBezTo>
                  <a:pt x="9954404" y="2779802"/>
                  <a:pt x="9943277" y="2776835"/>
                  <a:pt x="9928935" y="2775351"/>
                </a:cubicBezTo>
                <a:cubicBezTo>
                  <a:pt x="9914593" y="2773868"/>
                  <a:pt x="9896543" y="2773126"/>
                  <a:pt x="9874782" y="2773126"/>
                </a:cubicBezTo>
                <a:cubicBezTo>
                  <a:pt x="9852034" y="2773126"/>
                  <a:pt x="9833735" y="2773868"/>
                  <a:pt x="9819888" y="2775351"/>
                </a:cubicBezTo>
                <a:cubicBezTo>
                  <a:pt x="9806041" y="2776835"/>
                  <a:pt x="9794666" y="2779802"/>
                  <a:pt x="9785765" y="2784253"/>
                </a:cubicBezTo>
                <a:cubicBezTo>
                  <a:pt x="9776863" y="2788704"/>
                  <a:pt x="9770928" y="2793649"/>
                  <a:pt x="9767961" y="2799089"/>
                </a:cubicBezTo>
                <a:cubicBezTo>
                  <a:pt x="9764994" y="2804529"/>
                  <a:pt x="9763510" y="2811206"/>
                  <a:pt x="9763510" y="2819118"/>
                </a:cubicBezTo>
                <a:lnTo>
                  <a:pt x="9763510" y="4154385"/>
                </a:lnTo>
                <a:cubicBezTo>
                  <a:pt x="9763510" y="4162298"/>
                  <a:pt x="9765242" y="4168974"/>
                  <a:pt x="9768703" y="4174414"/>
                </a:cubicBezTo>
                <a:cubicBezTo>
                  <a:pt x="9772164" y="4179854"/>
                  <a:pt x="9778594" y="4184553"/>
                  <a:pt x="9787990" y="4188509"/>
                </a:cubicBezTo>
                <a:cubicBezTo>
                  <a:pt x="9797386" y="4192465"/>
                  <a:pt x="9809997" y="4195432"/>
                  <a:pt x="9825823" y="4197411"/>
                </a:cubicBezTo>
                <a:cubicBezTo>
                  <a:pt x="9841648" y="4199389"/>
                  <a:pt x="9861430" y="4200378"/>
                  <a:pt x="9885168" y="4200378"/>
                </a:cubicBezTo>
                <a:cubicBezTo>
                  <a:pt x="9909895" y="4200378"/>
                  <a:pt x="9930171" y="4199389"/>
                  <a:pt x="9945997" y="4197411"/>
                </a:cubicBezTo>
                <a:cubicBezTo>
                  <a:pt x="9961823" y="4195432"/>
                  <a:pt x="9974186" y="4192465"/>
                  <a:pt x="9983088" y="4188509"/>
                </a:cubicBezTo>
                <a:cubicBezTo>
                  <a:pt x="9991989" y="4184553"/>
                  <a:pt x="9998418" y="4179854"/>
                  <a:pt x="10002375" y="4174414"/>
                </a:cubicBezTo>
                <a:cubicBezTo>
                  <a:pt x="10006331" y="4168974"/>
                  <a:pt x="10008309" y="4162298"/>
                  <a:pt x="10008309" y="4154385"/>
                </a:cubicBezTo>
                <a:lnTo>
                  <a:pt x="10008309" y="3221182"/>
                </a:lnTo>
                <a:cubicBezTo>
                  <a:pt x="10075567" y="3137109"/>
                  <a:pt x="10139858" y="3073314"/>
                  <a:pt x="10201181" y="3029794"/>
                </a:cubicBezTo>
                <a:cubicBezTo>
                  <a:pt x="10262504" y="2986274"/>
                  <a:pt x="10323828" y="2964514"/>
                  <a:pt x="10385151" y="2964514"/>
                </a:cubicBezTo>
                <a:cubicBezTo>
                  <a:pt x="10432628" y="2964514"/>
                  <a:pt x="10474417" y="2973416"/>
                  <a:pt x="10510518" y="2991219"/>
                </a:cubicBezTo>
                <a:cubicBezTo>
                  <a:pt x="10546619" y="3009023"/>
                  <a:pt x="10576046" y="3034739"/>
                  <a:pt x="10598794" y="3068368"/>
                </a:cubicBezTo>
                <a:cubicBezTo>
                  <a:pt x="10621543" y="3101997"/>
                  <a:pt x="10638852" y="3142055"/>
                  <a:pt x="10650721" y="3188542"/>
                </a:cubicBezTo>
                <a:cubicBezTo>
                  <a:pt x="10662590" y="3235029"/>
                  <a:pt x="10668525" y="3296353"/>
                  <a:pt x="10668525" y="3372512"/>
                </a:cubicBezTo>
                <a:lnTo>
                  <a:pt x="10668525" y="4154385"/>
                </a:lnTo>
                <a:cubicBezTo>
                  <a:pt x="10668525" y="4162298"/>
                  <a:pt x="10670503" y="4168974"/>
                  <a:pt x="10674459" y="4174414"/>
                </a:cubicBezTo>
                <a:cubicBezTo>
                  <a:pt x="10678416" y="4179854"/>
                  <a:pt x="10684845" y="4184553"/>
                  <a:pt x="10693746" y="4188509"/>
                </a:cubicBezTo>
                <a:cubicBezTo>
                  <a:pt x="10702648" y="4192465"/>
                  <a:pt x="10715011" y="4195432"/>
                  <a:pt x="10730837" y="4197411"/>
                </a:cubicBezTo>
                <a:cubicBezTo>
                  <a:pt x="10746663" y="4199389"/>
                  <a:pt x="10766939" y="4200378"/>
                  <a:pt x="10791666" y="4200378"/>
                </a:cubicBezTo>
                <a:cubicBezTo>
                  <a:pt x="10815404" y="4200378"/>
                  <a:pt x="10835185" y="4199389"/>
                  <a:pt x="10851011" y="4197411"/>
                </a:cubicBezTo>
                <a:cubicBezTo>
                  <a:pt x="10866837" y="4195432"/>
                  <a:pt x="10879200" y="4192465"/>
                  <a:pt x="10888102" y="4188509"/>
                </a:cubicBezTo>
                <a:cubicBezTo>
                  <a:pt x="10897004" y="4184553"/>
                  <a:pt x="10903432" y="4179854"/>
                  <a:pt x="10907389" y="4174414"/>
                </a:cubicBezTo>
                <a:cubicBezTo>
                  <a:pt x="10911346" y="4168974"/>
                  <a:pt x="10913324" y="4162298"/>
                  <a:pt x="10913324" y="4154385"/>
                </a:cubicBezTo>
                <a:lnTo>
                  <a:pt x="10913324" y="3339873"/>
                </a:lnTo>
                <a:cubicBezTo>
                  <a:pt x="10913324" y="3244920"/>
                  <a:pt x="10905164" y="3163568"/>
                  <a:pt x="10888844" y="3095815"/>
                </a:cubicBezTo>
                <a:cubicBezTo>
                  <a:pt x="10872524" y="3028063"/>
                  <a:pt x="10845571" y="2968965"/>
                  <a:pt x="10807986" y="2918521"/>
                </a:cubicBezTo>
                <a:cubicBezTo>
                  <a:pt x="10770401" y="2868078"/>
                  <a:pt x="10721194" y="2827773"/>
                  <a:pt x="10660365" y="2797605"/>
                </a:cubicBezTo>
                <a:cubicBezTo>
                  <a:pt x="10599536" y="2767439"/>
                  <a:pt x="10524613" y="2752355"/>
                  <a:pt x="10435595" y="2752355"/>
                </a:cubicBezTo>
                <a:close/>
                <a:moveTo>
                  <a:pt x="8835395" y="2752355"/>
                </a:moveTo>
                <a:cubicBezTo>
                  <a:pt x="8759235" y="2752355"/>
                  <a:pt x="8683817" y="2771889"/>
                  <a:pt x="8609141" y="2810958"/>
                </a:cubicBezTo>
                <a:cubicBezTo>
                  <a:pt x="8534465" y="2850027"/>
                  <a:pt x="8459542" y="2911598"/>
                  <a:pt x="8384371" y="2995670"/>
                </a:cubicBezTo>
                <a:lnTo>
                  <a:pt x="8384371" y="2819118"/>
                </a:lnTo>
                <a:cubicBezTo>
                  <a:pt x="8384371" y="2811206"/>
                  <a:pt x="8382640" y="2804529"/>
                  <a:pt x="8379178" y="2799089"/>
                </a:cubicBezTo>
                <a:cubicBezTo>
                  <a:pt x="8375716" y="2793649"/>
                  <a:pt x="8370030" y="2788704"/>
                  <a:pt x="8362117" y="2784253"/>
                </a:cubicBezTo>
                <a:cubicBezTo>
                  <a:pt x="8354204" y="2779802"/>
                  <a:pt x="8343077" y="2776835"/>
                  <a:pt x="8328735" y="2775351"/>
                </a:cubicBezTo>
                <a:cubicBezTo>
                  <a:pt x="8314393" y="2773868"/>
                  <a:pt x="8296342" y="2773126"/>
                  <a:pt x="8274582" y="2773126"/>
                </a:cubicBezTo>
                <a:cubicBezTo>
                  <a:pt x="8251833" y="2773126"/>
                  <a:pt x="8233536" y="2773868"/>
                  <a:pt x="8219688" y="2775351"/>
                </a:cubicBezTo>
                <a:cubicBezTo>
                  <a:pt x="8205841" y="2776835"/>
                  <a:pt x="8194466" y="2779802"/>
                  <a:pt x="8185565" y="2784253"/>
                </a:cubicBezTo>
                <a:cubicBezTo>
                  <a:pt x="8176663" y="2788704"/>
                  <a:pt x="8170728" y="2793649"/>
                  <a:pt x="8167761" y="2799089"/>
                </a:cubicBezTo>
                <a:cubicBezTo>
                  <a:pt x="8164794" y="2804529"/>
                  <a:pt x="8163310" y="2811206"/>
                  <a:pt x="8163310" y="2819118"/>
                </a:cubicBezTo>
                <a:lnTo>
                  <a:pt x="8163310" y="4154385"/>
                </a:lnTo>
                <a:cubicBezTo>
                  <a:pt x="8163310" y="4162298"/>
                  <a:pt x="8165041" y="4168974"/>
                  <a:pt x="8168503" y="4174414"/>
                </a:cubicBezTo>
                <a:cubicBezTo>
                  <a:pt x="8171965" y="4179854"/>
                  <a:pt x="8178394" y="4184553"/>
                  <a:pt x="8187790" y="4188509"/>
                </a:cubicBezTo>
                <a:cubicBezTo>
                  <a:pt x="8197187" y="4192465"/>
                  <a:pt x="8209797" y="4195432"/>
                  <a:pt x="8225623" y="4197411"/>
                </a:cubicBezTo>
                <a:cubicBezTo>
                  <a:pt x="8241448" y="4199389"/>
                  <a:pt x="8261230" y="4200378"/>
                  <a:pt x="8284968" y="4200378"/>
                </a:cubicBezTo>
                <a:cubicBezTo>
                  <a:pt x="8309695" y="4200378"/>
                  <a:pt x="8329972" y="4199389"/>
                  <a:pt x="8345797" y="4197411"/>
                </a:cubicBezTo>
                <a:cubicBezTo>
                  <a:pt x="8361622" y="4195432"/>
                  <a:pt x="8373986" y="4192465"/>
                  <a:pt x="8382888" y="4188509"/>
                </a:cubicBezTo>
                <a:cubicBezTo>
                  <a:pt x="8391789" y="4184553"/>
                  <a:pt x="8398219" y="4179854"/>
                  <a:pt x="8402175" y="4174414"/>
                </a:cubicBezTo>
                <a:cubicBezTo>
                  <a:pt x="8406131" y="4168974"/>
                  <a:pt x="8408109" y="4162298"/>
                  <a:pt x="8408109" y="4154385"/>
                </a:cubicBezTo>
                <a:lnTo>
                  <a:pt x="8408109" y="3221182"/>
                </a:lnTo>
                <a:cubicBezTo>
                  <a:pt x="8475367" y="3137109"/>
                  <a:pt x="8539658" y="3073314"/>
                  <a:pt x="8600981" y="3029794"/>
                </a:cubicBezTo>
                <a:cubicBezTo>
                  <a:pt x="8662305" y="2986274"/>
                  <a:pt x="8723628" y="2964514"/>
                  <a:pt x="8784951" y="2964514"/>
                </a:cubicBezTo>
                <a:cubicBezTo>
                  <a:pt x="8832428" y="2964514"/>
                  <a:pt x="8874216" y="2973416"/>
                  <a:pt x="8910318" y="2991219"/>
                </a:cubicBezTo>
                <a:cubicBezTo>
                  <a:pt x="8946420" y="3009023"/>
                  <a:pt x="8975845" y="3034739"/>
                  <a:pt x="8998594" y="3068368"/>
                </a:cubicBezTo>
                <a:cubicBezTo>
                  <a:pt x="9021343" y="3101997"/>
                  <a:pt x="9038652" y="3142055"/>
                  <a:pt x="9050521" y="3188542"/>
                </a:cubicBezTo>
                <a:cubicBezTo>
                  <a:pt x="9062390" y="3235029"/>
                  <a:pt x="9068325" y="3296353"/>
                  <a:pt x="9068325" y="3372512"/>
                </a:cubicBezTo>
                <a:lnTo>
                  <a:pt x="9068325" y="4154385"/>
                </a:lnTo>
                <a:cubicBezTo>
                  <a:pt x="9068325" y="4162298"/>
                  <a:pt x="9070303" y="4168974"/>
                  <a:pt x="9074259" y="4174414"/>
                </a:cubicBezTo>
                <a:cubicBezTo>
                  <a:pt x="9078215" y="4179854"/>
                  <a:pt x="9084645" y="4184553"/>
                  <a:pt x="9093546" y="4188509"/>
                </a:cubicBezTo>
                <a:cubicBezTo>
                  <a:pt x="9102448" y="4192465"/>
                  <a:pt x="9114812" y="4195432"/>
                  <a:pt x="9130637" y="4197411"/>
                </a:cubicBezTo>
                <a:cubicBezTo>
                  <a:pt x="9146462" y="4199389"/>
                  <a:pt x="9166739" y="4200378"/>
                  <a:pt x="9191466" y="4200378"/>
                </a:cubicBezTo>
                <a:cubicBezTo>
                  <a:pt x="9215204" y="4200378"/>
                  <a:pt x="9234986" y="4199389"/>
                  <a:pt x="9250811" y="4197411"/>
                </a:cubicBezTo>
                <a:cubicBezTo>
                  <a:pt x="9266636" y="4195432"/>
                  <a:pt x="9279000" y="4192465"/>
                  <a:pt x="9287902" y="4188509"/>
                </a:cubicBezTo>
                <a:cubicBezTo>
                  <a:pt x="9296804" y="4184553"/>
                  <a:pt x="9303233" y="4179854"/>
                  <a:pt x="9307189" y="4174414"/>
                </a:cubicBezTo>
                <a:cubicBezTo>
                  <a:pt x="9311145" y="4168974"/>
                  <a:pt x="9313124" y="4162298"/>
                  <a:pt x="9313124" y="4154385"/>
                </a:cubicBezTo>
                <a:lnTo>
                  <a:pt x="9313124" y="3339873"/>
                </a:lnTo>
                <a:cubicBezTo>
                  <a:pt x="9313124" y="3244920"/>
                  <a:pt x="9304964" y="3163568"/>
                  <a:pt x="9288644" y="3095815"/>
                </a:cubicBezTo>
                <a:cubicBezTo>
                  <a:pt x="9272324" y="3028063"/>
                  <a:pt x="9245371" y="2968965"/>
                  <a:pt x="9207786" y="2918521"/>
                </a:cubicBezTo>
                <a:cubicBezTo>
                  <a:pt x="9170200" y="2868078"/>
                  <a:pt x="9120994" y="2827773"/>
                  <a:pt x="9060165" y="2797605"/>
                </a:cubicBezTo>
                <a:cubicBezTo>
                  <a:pt x="8999336" y="2767439"/>
                  <a:pt x="8924413" y="2752355"/>
                  <a:pt x="8835395" y="2752355"/>
                </a:cubicBezTo>
                <a:close/>
                <a:moveTo>
                  <a:pt x="7185198" y="2752355"/>
                </a:moveTo>
                <a:cubicBezTo>
                  <a:pt x="7133766" y="2752355"/>
                  <a:pt x="7082828" y="2757053"/>
                  <a:pt x="7032384" y="2766449"/>
                </a:cubicBezTo>
                <a:cubicBezTo>
                  <a:pt x="6981941" y="2775845"/>
                  <a:pt x="6935453" y="2787715"/>
                  <a:pt x="6892923" y="2802056"/>
                </a:cubicBezTo>
                <a:cubicBezTo>
                  <a:pt x="6850392" y="2816398"/>
                  <a:pt x="6812807" y="2832223"/>
                  <a:pt x="6780167" y="2849533"/>
                </a:cubicBezTo>
                <a:cubicBezTo>
                  <a:pt x="6747527" y="2866842"/>
                  <a:pt x="6724531" y="2881925"/>
                  <a:pt x="6711178" y="2894783"/>
                </a:cubicBezTo>
                <a:cubicBezTo>
                  <a:pt x="6697825" y="2907641"/>
                  <a:pt x="6689418" y="2921241"/>
                  <a:pt x="6685956" y="2935583"/>
                </a:cubicBezTo>
                <a:cubicBezTo>
                  <a:pt x="6682494" y="2949925"/>
                  <a:pt x="6680764" y="2969459"/>
                  <a:pt x="6680764" y="2994187"/>
                </a:cubicBezTo>
                <a:cubicBezTo>
                  <a:pt x="6680764" y="3009023"/>
                  <a:pt x="6681753" y="3022623"/>
                  <a:pt x="6683731" y="3034986"/>
                </a:cubicBezTo>
                <a:cubicBezTo>
                  <a:pt x="6685709" y="3047350"/>
                  <a:pt x="6688924" y="3057488"/>
                  <a:pt x="6693375" y="3065401"/>
                </a:cubicBezTo>
                <a:cubicBezTo>
                  <a:pt x="6697825" y="3073314"/>
                  <a:pt x="6703018" y="3079248"/>
                  <a:pt x="6708953" y="3083204"/>
                </a:cubicBezTo>
                <a:cubicBezTo>
                  <a:pt x="6714887" y="3087161"/>
                  <a:pt x="6721811" y="3089139"/>
                  <a:pt x="6729724" y="3089139"/>
                </a:cubicBezTo>
                <a:cubicBezTo>
                  <a:pt x="6741593" y="3089139"/>
                  <a:pt x="6759643" y="3081968"/>
                  <a:pt x="6783876" y="3067626"/>
                </a:cubicBezTo>
                <a:cubicBezTo>
                  <a:pt x="6808109" y="3053284"/>
                  <a:pt x="6838276" y="3037459"/>
                  <a:pt x="6874378" y="3020150"/>
                </a:cubicBezTo>
                <a:cubicBezTo>
                  <a:pt x="6910479" y="3002841"/>
                  <a:pt x="6952515" y="2987016"/>
                  <a:pt x="7000486" y="2972674"/>
                </a:cubicBezTo>
                <a:cubicBezTo>
                  <a:pt x="7048457" y="2958332"/>
                  <a:pt x="7102610" y="2951161"/>
                  <a:pt x="7162944" y="2951161"/>
                </a:cubicBezTo>
                <a:cubicBezTo>
                  <a:pt x="7219322" y="2951161"/>
                  <a:pt x="7266798" y="2957838"/>
                  <a:pt x="7305372" y="2971190"/>
                </a:cubicBezTo>
                <a:cubicBezTo>
                  <a:pt x="7343947" y="2984543"/>
                  <a:pt x="7375350" y="3004325"/>
                  <a:pt x="7399583" y="3030536"/>
                </a:cubicBezTo>
                <a:cubicBezTo>
                  <a:pt x="7423815" y="3056746"/>
                  <a:pt x="7441371" y="3089633"/>
                  <a:pt x="7452252" y="3129197"/>
                </a:cubicBezTo>
                <a:cubicBezTo>
                  <a:pt x="7463132" y="3168760"/>
                  <a:pt x="7468571" y="3214258"/>
                  <a:pt x="7468571" y="3265691"/>
                </a:cubicBezTo>
                <a:lnTo>
                  <a:pt x="7468571" y="3369545"/>
                </a:lnTo>
                <a:lnTo>
                  <a:pt x="7284601" y="3369545"/>
                </a:lnTo>
                <a:cubicBezTo>
                  <a:pt x="7180747" y="3369545"/>
                  <a:pt x="7087278" y="3378694"/>
                  <a:pt x="7004195" y="3396992"/>
                </a:cubicBezTo>
                <a:cubicBezTo>
                  <a:pt x="6921112" y="3415290"/>
                  <a:pt x="6850887" y="3442737"/>
                  <a:pt x="6793520" y="3479334"/>
                </a:cubicBezTo>
                <a:cubicBezTo>
                  <a:pt x="6736153" y="3515930"/>
                  <a:pt x="6692138" y="3561922"/>
                  <a:pt x="6661477" y="3617311"/>
                </a:cubicBezTo>
                <a:cubicBezTo>
                  <a:pt x="6630815" y="3672700"/>
                  <a:pt x="6615484" y="3737980"/>
                  <a:pt x="6615484" y="3813150"/>
                </a:cubicBezTo>
                <a:cubicBezTo>
                  <a:pt x="6615484" y="3877441"/>
                  <a:pt x="6626611" y="3934808"/>
                  <a:pt x="6648866" y="3985251"/>
                </a:cubicBezTo>
                <a:cubicBezTo>
                  <a:pt x="6671120" y="4035695"/>
                  <a:pt x="6702276" y="4078226"/>
                  <a:pt x="6742334" y="4112844"/>
                </a:cubicBezTo>
                <a:cubicBezTo>
                  <a:pt x="6782392" y="4147462"/>
                  <a:pt x="6830857" y="4173920"/>
                  <a:pt x="6887730" y="4192218"/>
                </a:cubicBezTo>
                <a:cubicBezTo>
                  <a:pt x="6944603" y="4210516"/>
                  <a:pt x="7008151" y="4219665"/>
                  <a:pt x="7078377" y="4219665"/>
                </a:cubicBezTo>
                <a:cubicBezTo>
                  <a:pt x="7158493" y="4219665"/>
                  <a:pt x="7234405" y="4202356"/>
                  <a:pt x="7306114" y="4167738"/>
                </a:cubicBezTo>
                <a:cubicBezTo>
                  <a:pt x="7377823" y="4133120"/>
                  <a:pt x="7442855" y="4084655"/>
                  <a:pt x="7501211" y="4022342"/>
                </a:cubicBezTo>
                <a:lnTo>
                  <a:pt x="7501211" y="4155869"/>
                </a:lnTo>
                <a:cubicBezTo>
                  <a:pt x="7501211" y="4167738"/>
                  <a:pt x="7504673" y="4176640"/>
                  <a:pt x="7511597" y="4182574"/>
                </a:cubicBezTo>
                <a:cubicBezTo>
                  <a:pt x="7518520" y="4188509"/>
                  <a:pt x="7529647" y="4192960"/>
                  <a:pt x="7544978" y="4195927"/>
                </a:cubicBezTo>
                <a:cubicBezTo>
                  <a:pt x="7560309" y="4198894"/>
                  <a:pt x="7580832" y="4200378"/>
                  <a:pt x="7606549" y="4200378"/>
                </a:cubicBezTo>
                <a:cubicBezTo>
                  <a:pt x="7633254" y="4200378"/>
                  <a:pt x="7653530" y="4198894"/>
                  <a:pt x="7667378" y="4195927"/>
                </a:cubicBezTo>
                <a:cubicBezTo>
                  <a:pt x="7681225" y="4192960"/>
                  <a:pt x="7692104" y="4188509"/>
                  <a:pt x="7700018" y="4182574"/>
                </a:cubicBezTo>
                <a:cubicBezTo>
                  <a:pt x="7707930" y="4176640"/>
                  <a:pt x="7711886" y="4167738"/>
                  <a:pt x="7711886" y="4155869"/>
                </a:cubicBezTo>
                <a:lnTo>
                  <a:pt x="7711886" y="3255305"/>
                </a:lnTo>
                <a:cubicBezTo>
                  <a:pt x="7711886" y="3172222"/>
                  <a:pt x="7702490" y="3099524"/>
                  <a:pt x="7683698" y="3037212"/>
                </a:cubicBezTo>
                <a:cubicBezTo>
                  <a:pt x="7664905" y="2974899"/>
                  <a:pt x="7634738" y="2922725"/>
                  <a:pt x="7593196" y="2880689"/>
                </a:cubicBezTo>
                <a:cubicBezTo>
                  <a:pt x="7551654" y="2838653"/>
                  <a:pt x="7497255" y="2806755"/>
                  <a:pt x="7429997" y="2784995"/>
                </a:cubicBezTo>
                <a:cubicBezTo>
                  <a:pt x="7362739" y="2763235"/>
                  <a:pt x="7281139" y="2752355"/>
                  <a:pt x="7185198" y="2752355"/>
                </a:cubicBezTo>
                <a:close/>
                <a:moveTo>
                  <a:pt x="2619222" y="2752355"/>
                </a:moveTo>
                <a:cubicBezTo>
                  <a:pt x="2724065" y="2752355"/>
                  <a:pt x="2813330" y="2769169"/>
                  <a:pt x="2887017" y="2802798"/>
                </a:cubicBezTo>
                <a:cubicBezTo>
                  <a:pt x="2960704" y="2836427"/>
                  <a:pt x="3021285" y="2881678"/>
                  <a:pt x="3068762" y="2938550"/>
                </a:cubicBezTo>
                <a:cubicBezTo>
                  <a:pt x="3116238" y="2995423"/>
                  <a:pt x="3151103" y="3062186"/>
                  <a:pt x="3173357" y="3138840"/>
                </a:cubicBezTo>
                <a:cubicBezTo>
                  <a:pt x="3195612" y="3215495"/>
                  <a:pt x="3206739" y="3297342"/>
                  <a:pt x="3206739" y="3384381"/>
                </a:cubicBezTo>
                <a:lnTo>
                  <a:pt x="3206739" y="3428890"/>
                </a:lnTo>
                <a:cubicBezTo>
                  <a:pt x="3206739" y="3467465"/>
                  <a:pt x="3197053" y="3494912"/>
                  <a:pt x="3177681" y="3511232"/>
                </a:cubicBezTo>
                <a:cubicBezTo>
                  <a:pt x="3158309" y="3527552"/>
                  <a:pt x="3136197" y="3535712"/>
                  <a:pt x="3111347" y="3535712"/>
                </a:cubicBezTo>
                <a:lnTo>
                  <a:pt x="2231994" y="3535712"/>
                </a:lnTo>
                <a:cubicBezTo>
                  <a:pt x="2231994" y="3609893"/>
                  <a:pt x="2239447" y="3676656"/>
                  <a:pt x="2254353" y="3736002"/>
                </a:cubicBezTo>
                <a:cubicBezTo>
                  <a:pt x="2269259" y="3795347"/>
                  <a:pt x="2294106" y="3846285"/>
                  <a:pt x="2328893" y="3888815"/>
                </a:cubicBezTo>
                <a:cubicBezTo>
                  <a:pt x="2363682" y="3931346"/>
                  <a:pt x="2408905" y="3963986"/>
                  <a:pt x="2464565" y="3986735"/>
                </a:cubicBezTo>
                <a:cubicBezTo>
                  <a:pt x="2520224" y="4009484"/>
                  <a:pt x="2588305" y="4020859"/>
                  <a:pt x="2668807" y="4020859"/>
                </a:cubicBezTo>
                <a:cubicBezTo>
                  <a:pt x="2732418" y="4020859"/>
                  <a:pt x="2789070" y="4015666"/>
                  <a:pt x="2838764" y="4005280"/>
                </a:cubicBezTo>
                <a:cubicBezTo>
                  <a:pt x="2888458" y="3994895"/>
                  <a:pt x="2931445" y="3983273"/>
                  <a:pt x="2967724" y="3970415"/>
                </a:cubicBezTo>
                <a:cubicBezTo>
                  <a:pt x="3004003" y="3957557"/>
                  <a:pt x="3033823" y="3945935"/>
                  <a:pt x="3057182" y="3935550"/>
                </a:cubicBezTo>
                <a:cubicBezTo>
                  <a:pt x="3080542" y="3925164"/>
                  <a:pt x="3098186" y="3919972"/>
                  <a:pt x="3110118" y="3919972"/>
                </a:cubicBezTo>
                <a:cubicBezTo>
                  <a:pt x="3117072" y="3919972"/>
                  <a:pt x="3123281" y="3921703"/>
                  <a:pt x="3128744" y="3925164"/>
                </a:cubicBezTo>
                <a:cubicBezTo>
                  <a:pt x="3134207" y="3928626"/>
                  <a:pt x="3138430" y="3933819"/>
                  <a:pt x="3141413" y="3940742"/>
                </a:cubicBezTo>
                <a:cubicBezTo>
                  <a:pt x="3144396" y="3947666"/>
                  <a:pt x="3146633" y="3957310"/>
                  <a:pt x="3148124" y="3969673"/>
                </a:cubicBezTo>
                <a:cubicBezTo>
                  <a:pt x="3149615" y="3982037"/>
                  <a:pt x="3150361" y="3997120"/>
                  <a:pt x="3150361" y="4014924"/>
                </a:cubicBezTo>
                <a:cubicBezTo>
                  <a:pt x="3150361" y="4027782"/>
                  <a:pt x="3149867" y="4038909"/>
                  <a:pt x="3148877" y="4048306"/>
                </a:cubicBezTo>
                <a:cubicBezTo>
                  <a:pt x="3147889" y="4057702"/>
                  <a:pt x="3146652" y="4066109"/>
                  <a:pt x="3145168" y="4073527"/>
                </a:cubicBezTo>
                <a:cubicBezTo>
                  <a:pt x="3143685" y="4080946"/>
                  <a:pt x="3141212" y="4087622"/>
                  <a:pt x="3137750" y="4093556"/>
                </a:cubicBezTo>
                <a:cubicBezTo>
                  <a:pt x="3134288" y="4099491"/>
                  <a:pt x="3129837" y="4105178"/>
                  <a:pt x="3124398" y="4110618"/>
                </a:cubicBezTo>
                <a:cubicBezTo>
                  <a:pt x="3118958" y="4116058"/>
                  <a:pt x="3102885" y="4124960"/>
                  <a:pt x="3076180" y="4137324"/>
                </a:cubicBezTo>
                <a:cubicBezTo>
                  <a:pt x="3049474" y="4149687"/>
                  <a:pt x="3014856" y="4161803"/>
                  <a:pt x="2972325" y="4173672"/>
                </a:cubicBezTo>
                <a:cubicBezTo>
                  <a:pt x="2929795" y="4185541"/>
                  <a:pt x="2880588" y="4196174"/>
                  <a:pt x="2824704" y="4205570"/>
                </a:cubicBezTo>
                <a:cubicBezTo>
                  <a:pt x="2768821" y="4214967"/>
                  <a:pt x="2709228" y="4219665"/>
                  <a:pt x="2645927" y="4219665"/>
                </a:cubicBezTo>
                <a:cubicBezTo>
                  <a:pt x="2536138" y="4219665"/>
                  <a:pt x="2439949" y="4204334"/>
                  <a:pt x="2357360" y="4173672"/>
                </a:cubicBezTo>
                <a:cubicBezTo>
                  <a:pt x="2274772" y="4143011"/>
                  <a:pt x="2205289" y="4097513"/>
                  <a:pt x="2148911" y="4037178"/>
                </a:cubicBezTo>
                <a:cubicBezTo>
                  <a:pt x="2092533" y="3976844"/>
                  <a:pt x="2050002" y="3901179"/>
                  <a:pt x="2021318" y="3810183"/>
                </a:cubicBezTo>
                <a:cubicBezTo>
                  <a:pt x="1992635" y="3719187"/>
                  <a:pt x="1978293" y="3613355"/>
                  <a:pt x="1978293" y="3492686"/>
                </a:cubicBezTo>
                <a:cubicBezTo>
                  <a:pt x="1978293" y="3377952"/>
                  <a:pt x="1993130" y="3274840"/>
                  <a:pt x="2022802" y="3183349"/>
                </a:cubicBezTo>
                <a:cubicBezTo>
                  <a:pt x="2052474" y="3091859"/>
                  <a:pt x="2095252" y="3014216"/>
                  <a:pt x="2151136" y="2950420"/>
                </a:cubicBezTo>
                <a:cubicBezTo>
                  <a:pt x="2207020" y="2886623"/>
                  <a:pt x="2274525" y="2837664"/>
                  <a:pt x="2353652" y="2803540"/>
                </a:cubicBezTo>
                <a:cubicBezTo>
                  <a:pt x="2432779" y="2769417"/>
                  <a:pt x="2521302" y="2752355"/>
                  <a:pt x="2619222" y="2752355"/>
                </a:cubicBezTo>
                <a:close/>
                <a:moveTo>
                  <a:pt x="94952" y="2271658"/>
                </a:moveTo>
                <a:lnTo>
                  <a:pt x="958425" y="2271658"/>
                </a:lnTo>
                <a:cubicBezTo>
                  <a:pt x="965349" y="2271658"/>
                  <a:pt x="972025" y="2273637"/>
                  <a:pt x="978454" y="2277593"/>
                </a:cubicBezTo>
                <a:cubicBezTo>
                  <a:pt x="984883" y="2281549"/>
                  <a:pt x="990571" y="2287978"/>
                  <a:pt x="995516" y="2296880"/>
                </a:cubicBezTo>
                <a:cubicBezTo>
                  <a:pt x="1000461" y="2305782"/>
                  <a:pt x="1003923" y="2317404"/>
                  <a:pt x="1005901" y="2331746"/>
                </a:cubicBezTo>
                <a:cubicBezTo>
                  <a:pt x="1007879" y="2346087"/>
                  <a:pt x="1008869" y="2362655"/>
                  <a:pt x="1008869" y="2381447"/>
                </a:cubicBezTo>
                <a:cubicBezTo>
                  <a:pt x="1008869" y="2400240"/>
                  <a:pt x="1007879" y="2416560"/>
                  <a:pt x="1005901" y="2430407"/>
                </a:cubicBezTo>
                <a:cubicBezTo>
                  <a:pt x="1003923" y="2444254"/>
                  <a:pt x="1000461" y="2455381"/>
                  <a:pt x="995516" y="2463789"/>
                </a:cubicBezTo>
                <a:cubicBezTo>
                  <a:pt x="990571" y="2472196"/>
                  <a:pt x="984883" y="2478378"/>
                  <a:pt x="978454" y="2482334"/>
                </a:cubicBezTo>
                <a:cubicBezTo>
                  <a:pt x="972025" y="2486290"/>
                  <a:pt x="965349" y="2488269"/>
                  <a:pt x="958425" y="2488269"/>
                </a:cubicBezTo>
                <a:lnTo>
                  <a:pt x="255184" y="2488269"/>
                </a:lnTo>
                <a:lnTo>
                  <a:pt x="255184" y="3141066"/>
                </a:lnTo>
                <a:lnTo>
                  <a:pt x="919851" y="3141066"/>
                </a:lnTo>
                <a:cubicBezTo>
                  <a:pt x="926774" y="3141066"/>
                  <a:pt x="933451" y="3142797"/>
                  <a:pt x="939880" y="3146259"/>
                </a:cubicBezTo>
                <a:cubicBezTo>
                  <a:pt x="946309" y="3149720"/>
                  <a:pt x="951996" y="3155408"/>
                  <a:pt x="956941" y="3163320"/>
                </a:cubicBezTo>
                <a:cubicBezTo>
                  <a:pt x="961887" y="3171233"/>
                  <a:pt x="965349" y="3181866"/>
                  <a:pt x="967327" y="3195218"/>
                </a:cubicBezTo>
                <a:cubicBezTo>
                  <a:pt x="969305" y="3208571"/>
                  <a:pt x="970294" y="3225633"/>
                  <a:pt x="970294" y="3246404"/>
                </a:cubicBezTo>
                <a:cubicBezTo>
                  <a:pt x="970294" y="3265196"/>
                  <a:pt x="969305" y="3281269"/>
                  <a:pt x="967327" y="3294622"/>
                </a:cubicBezTo>
                <a:cubicBezTo>
                  <a:pt x="965349" y="3307974"/>
                  <a:pt x="961887" y="3318854"/>
                  <a:pt x="956941" y="3327262"/>
                </a:cubicBezTo>
                <a:cubicBezTo>
                  <a:pt x="951996" y="3335669"/>
                  <a:pt x="946309" y="3342098"/>
                  <a:pt x="939880" y="3346549"/>
                </a:cubicBezTo>
                <a:cubicBezTo>
                  <a:pt x="933451" y="3351000"/>
                  <a:pt x="926774" y="3353225"/>
                  <a:pt x="919851" y="3353225"/>
                </a:cubicBezTo>
                <a:lnTo>
                  <a:pt x="255184" y="3353225"/>
                </a:lnTo>
                <a:lnTo>
                  <a:pt x="255184" y="4152902"/>
                </a:lnTo>
                <a:cubicBezTo>
                  <a:pt x="255184" y="4159825"/>
                  <a:pt x="253206" y="4166502"/>
                  <a:pt x="249250" y="4172931"/>
                </a:cubicBezTo>
                <a:cubicBezTo>
                  <a:pt x="245293" y="4179360"/>
                  <a:pt x="238370" y="4184305"/>
                  <a:pt x="228479" y="4187767"/>
                </a:cubicBezTo>
                <a:cubicBezTo>
                  <a:pt x="218588" y="4191229"/>
                  <a:pt x="205730" y="4194196"/>
                  <a:pt x="189904" y="4196669"/>
                </a:cubicBezTo>
                <a:cubicBezTo>
                  <a:pt x="174079" y="4199142"/>
                  <a:pt x="153308" y="4200378"/>
                  <a:pt x="127592" y="4200378"/>
                </a:cubicBezTo>
                <a:cubicBezTo>
                  <a:pt x="103854" y="4200378"/>
                  <a:pt x="83578" y="4199142"/>
                  <a:pt x="66763" y="4196669"/>
                </a:cubicBezTo>
                <a:cubicBezTo>
                  <a:pt x="49949" y="4194196"/>
                  <a:pt x="36596" y="4191229"/>
                  <a:pt x="26705" y="4187767"/>
                </a:cubicBezTo>
                <a:cubicBezTo>
                  <a:pt x="16814" y="4184305"/>
                  <a:pt x="9891" y="4179360"/>
                  <a:pt x="5934" y="4172931"/>
                </a:cubicBezTo>
                <a:cubicBezTo>
                  <a:pt x="1978" y="4166502"/>
                  <a:pt x="0" y="4159825"/>
                  <a:pt x="0" y="4152902"/>
                </a:cubicBezTo>
                <a:lnTo>
                  <a:pt x="0" y="2375513"/>
                </a:lnTo>
                <a:cubicBezTo>
                  <a:pt x="0" y="2336938"/>
                  <a:pt x="10138" y="2309986"/>
                  <a:pt x="30414" y="2294655"/>
                </a:cubicBezTo>
                <a:cubicBezTo>
                  <a:pt x="50691" y="2279324"/>
                  <a:pt x="72203" y="2271658"/>
                  <a:pt x="94952" y="2271658"/>
                </a:cubicBezTo>
                <a:close/>
                <a:moveTo>
                  <a:pt x="1495127" y="2222699"/>
                </a:moveTo>
                <a:cubicBezTo>
                  <a:pt x="1552494" y="2222699"/>
                  <a:pt x="1591810" y="2232837"/>
                  <a:pt x="1613076" y="2253113"/>
                </a:cubicBezTo>
                <a:cubicBezTo>
                  <a:pt x="1634341" y="2273389"/>
                  <a:pt x="1644974" y="2311717"/>
                  <a:pt x="1644974" y="2368094"/>
                </a:cubicBezTo>
                <a:cubicBezTo>
                  <a:pt x="1644974" y="2425461"/>
                  <a:pt x="1634094" y="2464531"/>
                  <a:pt x="1612334" y="2485301"/>
                </a:cubicBezTo>
                <a:cubicBezTo>
                  <a:pt x="1590574" y="2506072"/>
                  <a:pt x="1550516" y="2516458"/>
                  <a:pt x="1492160" y="2516458"/>
                </a:cubicBezTo>
                <a:cubicBezTo>
                  <a:pt x="1434793" y="2516458"/>
                  <a:pt x="1395477" y="2506319"/>
                  <a:pt x="1374211" y="2486043"/>
                </a:cubicBezTo>
                <a:cubicBezTo>
                  <a:pt x="1352946" y="2465767"/>
                  <a:pt x="1342314" y="2427440"/>
                  <a:pt x="1342314" y="2371062"/>
                </a:cubicBezTo>
                <a:cubicBezTo>
                  <a:pt x="1342314" y="2313695"/>
                  <a:pt x="1353193" y="2274626"/>
                  <a:pt x="1374953" y="2253855"/>
                </a:cubicBezTo>
                <a:cubicBezTo>
                  <a:pt x="1396713" y="2233084"/>
                  <a:pt x="1436771" y="2222699"/>
                  <a:pt x="1495127" y="2222699"/>
                </a:cubicBezTo>
                <a:close/>
                <a:moveTo>
                  <a:pt x="3703443" y="2124779"/>
                </a:moveTo>
                <a:cubicBezTo>
                  <a:pt x="3728171" y="2124779"/>
                  <a:pt x="3748447" y="2125768"/>
                  <a:pt x="3764272" y="2127746"/>
                </a:cubicBezTo>
                <a:cubicBezTo>
                  <a:pt x="3780098" y="2129725"/>
                  <a:pt x="3792461" y="2132692"/>
                  <a:pt x="3801363" y="2136648"/>
                </a:cubicBezTo>
                <a:cubicBezTo>
                  <a:pt x="3810265" y="2140604"/>
                  <a:pt x="3816694" y="2145550"/>
                  <a:pt x="3820650" y="2151484"/>
                </a:cubicBezTo>
                <a:cubicBezTo>
                  <a:pt x="3824607" y="2157419"/>
                  <a:pt x="3826585" y="2164343"/>
                  <a:pt x="3826585" y="2172255"/>
                </a:cubicBezTo>
                <a:lnTo>
                  <a:pt x="3826585" y="4154385"/>
                </a:lnTo>
                <a:cubicBezTo>
                  <a:pt x="3826585" y="4162298"/>
                  <a:pt x="3824607" y="4168974"/>
                  <a:pt x="3820650" y="4174414"/>
                </a:cubicBezTo>
                <a:cubicBezTo>
                  <a:pt x="3816694" y="4179854"/>
                  <a:pt x="3810265" y="4184553"/>
                  <a:pt x="3801363" y="4188509"/>
                </a:cubicBezTo>
                <a:cubicBezTo>
                  <a:pt x="3792461" y="4192465"/>
                  <a:pt x="3780098" y="4195432"/>
                  <a:pt x="3764272" y="4197411"/>
                </a:cubicBezTo>
                <a:cubicBezTo>
                  <a:pt x="3748447" y="4199389"/>
                  <a:pt x="3728171" y="4200378"/>
                  <a:pt x="3703443" y="4200378"/>
                </a:cubicBezTo>
                <a:cubicBezTo>
                  <a:pt x="3679706" y="4200378"/>
                  <a:pt x="3659924" y="4199389"/>
                  <a:pt x="3644098" y="4197411"/>
                </a:cubicBezTo>
                <a:cubicBezTo>
                  <a:pt x="3628273" y="4195432"/>
                  <a:pt x="3615662" y="4192465"/>
                  <a:pt x="3606266" y="4188509"/>
                </a:cubicBezTo>
                <a:cubicBezTo>
                  <a:pt x="3596869" y="4184553"/>
                  <a:pt x="3590440" y="4179854"/>
                  <a:pt x="3586979" y="4174414"/>
                </a:cubicBezTo>
                <a:cubicBezTo>
                  <a:pt x="3583516" y="4168974"/>
                  <a:pt x="3581786" y="4162298"/>
                  <a:pt x="3581786" y="4154385"/>
                </a:cubicBezTo>
                <a:lnTo>
                  <a:pt x="3581786" y="2172255"/>
                </a:lnTo>
                <a:cubicBezTo>
                  <a:pt x="3581786" y="2164343"/>
                  <a:pt x="3583516" y="2157419"/>
                  <a:pt x="3586979" y="2151484"/>
                </a:cubicBezTo>
                <a:cubicBezTo>
                  <a:pt x="3590440" y="2145550"/>
                  <a:pt x="3596869" y="2140604"/>
                  <a:pt x="3606266" y="2136648"/>
                </a:cubicBezTo>
                <a:cubicBezTo>
                  <a:pt x="3615662" y="2132692"/>
                  <a:pt x="3628273" y="2129725"/>
                  <a:pt x="3644098" y="2127746"/>
                </a:cubicBezTo>
                <a:cubicBezTo>
                  <a:pt x="3659924" y="2125768"/>
                  <a:pt x="3679706" y="2124779"/>
                  <a:pt x="3703443" y="2124779"/>
                </a:cubicBezTo>
                <a:close/>
                <a:moveTo>
                  <a:pt x="4577799" y="0"/>
                </a:moveTo>
                <a:lnTo>
                  <a:pt x="11340549" y="0"/>
                </a:lnTo>
                <a:lnTo>
                  <a:pt x="11340549" y="6858000"/>
                </a:lnTo>
                <a:lnTo>
                  <a:pt x="4577799" y="6858000"/>
                </a:lnTo>
                <a:lnTo>
                  <a:pt x="4577799" y="3155024"/>
                </a:lnTo>
                <a:lnTo>
                  <a:pt x="4619088" y="3110281"/>
                </a:lnTo>
                <a:cubicBezTo>
                  <a:pt x="4650244" y="3078383"/>
                  <a:pt x="4680164" y="3051554"/>
                  <a:pt x="4708847" y="3029794"/>
                </a:cubicBezTo>
                <a:cubicBezTo>
                  <a:pt x="4766214" y="2986274"/>
                  <a:pt x="4823086" y="2964514"/>
                  <a:pt x="4879464" y="2964514"/>
                </a:cubicBezTo>
                <a:cubicBezTo>
                  <a:pt x="4924962" y="2964514"/>
                  <a:pt x="4964278" y="2973416"/>
                  <a:pt x="4997413" y="2991219"/>
                </a:cubicBezTo>
                <a:cubicBezTo>
                  <a:pt x="5030548" y="3009023"/>
                  <a:pt x="5057995" y="3034739"/>
                  <a:pt x="5079754" y="3068368"/>
                </a:cubicBezTo>
                <a:cubicBezTo>
                  <a:pt x="5101514" y="3101997"/>
                  <a:pt x="5117834" y="3142055"/>
                  <a:pt x="5128714" y="3188542"/>
                </a:cubicBezTo>
                <a:cubicBezTo>
                  <a:pt x="5139594" y="3235029"/>
                  <a:pt x="5145034" y="3286462"/>
                  <a:pt x="5145034" y="3342840"/>
                </a:cubicBezTo>
                <a:lnTo>
                  <a:pt x="5145034" y="4154385"/>
                </a:lnTo>
                <a:cubicBezTo>
                  <a:pt x="5145034" y="4162298"/>
                  <a:pt x="5146765" y="4168974"/>
                  <a:pt x="5150227" y="4174414"/>
                </a:cubicBezTo>
                <a:cubicBezTo>
                  <a:pt x="5153689" y="4179854"/>
                  <a:pt x="5160118" y="4184553"/>
                  <a:pt x="5169514" y="4188509"/>
                </a:cubicBezTo>
                <a:cubicBezTo>
                  <a:pt x="5178911" y="4192465"/>
                  <a:pt x="5191769" y="4195432"/>
                  <a:pt x="5208089" y="4197411"/>
                </a:cubicBezTo>
                <a:cubicBezTo>
                  <a:pt x="5224408" y="4199389"/>
                  <a:pt x="5243943" y="4200378"/>
                  <a:pt x="5266692" y="4200378"/>
                </a:cubicBezTo>
                <a:cubicBezTo>
                  <a:pt x="5290430" y="4200378"/>
                  <a:pt x="5310212" y="4199389"/>
                  <a:pt x="5326038" y="4197411"/>
                </a:cubicBezTo>
                <a:cubicBezTo>
                  <a:pt x="5341862" y="4195432"/>
                  <a:pt x="5354473" y="4192465"/>
                  <a:pt x="5363870" y="4188509"/>
                </a:cubicBezTo>
                <a:cubicBezTo>
                  <a:pt x="5373266" y="4184553"/>
                  <a:pt x="5379943" y="4179854"/>
                  <a:pt x="5383899" y="4174414"/>
                </a:cubicBezTo>
                <a:cubicBezTo>
                  <a:pt x="5387855" y="4168974"/>
                  <a:pt x="5389833" y="4162298"/>
                  <a:pt x="5389833" y="4154385"/>
                </a:cubicBezTo>
                <a:lnTo>
                  <a:pt x="5389833" y="3221182"/>
                </a:lnTo>
                <a:cubicBezTo>
                  <a:pt x="5458081" y="3137109"/>
                  <a:pt x="5520640" y="3073314"/>
                  <a:pt x="5577512" y="3029794"/>
                </a:cubicBezTo>
                <a:cubicBezTo>
                  <a:pt x="5634385" y="2986274"/>
                  <a:pt x="5691010" y="2964514"/>
                  <a:pt x="5747388" y="2964514"/>
                </a:cubicBezTo>
                <a:cubicBezTo>
                  <a:pt x="5792886" y="2964514"/>
                  <a:pt x="5832450" y="2973416"/>
                  <a:pt x="5866079" y="2991219"/>
                </a:cubicBezTo>
                <a:cubicBezTo>
                  <a:pt x="5899708" y="3009023"/>
                  <a:pt x="5927402" y="3034739"/>
                  <a:pt x="5949162" y="3068368"/>
                </a:cubicBezTo>
                <a:cubicBezTo>
                  <a:pt x="5970922" y="3101997"/>
                  <a:pt x="5986747" y="3142055"/>
                  <a:pt x="5996638" y="3188542"/>
                </a:cubicBezTo>
                <a:cubicBezTo>
                  <a:pt x="6006529" y="3235029"/>
                  <a:pt x="6011474" y="3286462"/>
                  <a:pt x="6011474" y="3342840"/>
                </a:cubicBezTo>
                <a:lnTo>
                  <a:pt x="6011474" y="4154385"/>
                </a:lnTo>
                <a:cubicBezTo>
                  <a:pt x="6011474" y="4162298"/>
                  <a:pt x="6013453" y="4168974"/>
                  <a:pt x="6017409" y="4174414"/>
                </a:cubicBezTo>
                <a:cubicBezTo>
                  <a:pt x="6021366" y="4179854"/>
                  <a:pt x="6028042" y="4184553"/>
                  <a:pt x="6037438" y="4188509"/>
                </a:cubicBezTo>
                <a:cubicBezTo>
                  <a:pt x="6046834" y="4192465"/>
                  <a:pt x="6059445" y="4195432"/>
                  <a:pt x="6075270" y="4197411"/>
                </a:cubicBezTo>
                <a:cubicBezTo>
                  <a:pt x="6091096" y="4199389"/>
                  <a:pt x="6111372" y="4200378"/>
                  <a:pt x="6136099" y="4200378"/>
                </a:cubicBezTo>
                <a:cubicBezTo>
                  <a:pt x="6159837" y="4200378"/>
                  <a:pt x="6179619" y="4199389"/>
                  <a:pt x="6195445" y="4197411"/>
                </a:cubicBezTo>
                <a:cubicBezTo>
                  <a:pt x="6211270" y="4195432"/>
                  <a:pt x="6223634" y="4192465"/>
                  <a:pt x="6232535" y="4188509"/>
                </a:cubicBezTo>
                <a:cubicBezTo>
                  <a:pt x="6241437" y="4184553"/>
                  <a:pt x="6247866" y="4179854"/>
                  <a:pt x="6251822" y="4174414"/>
                </a:cubicBezTo>
                <a:cubicBezTo>
                  <a:pt x="6255779" y="4168974"/>
                  <a:pt x="6257757" y="4162298"/>
                  <a:pt x="6257757" y="4154385"/>
                </a:cubicBezTo>
                <a:lnTo>
                  <a:pt x="6257757" y="3310200"/>
                </a:lnTo>
                <a:cubicBezTo>
                  <a:pt x="6257757" y="3235029"/>
                  <a:pt x="6250092" y="3163568"/>
                  <a:pt x="6234761" y="3095815"/>
                </a:cubicBezTo>
                <a:cubicBezTo>
                  <a:pt x="6219430" y="3028063"/>
                  <a:pt x="6193714" y="2968965"/>
                  <a:pt x="6157612" y="2918521"/>
                </a:cubicBezTo>
                <a:cubicBezTo>
                  <a:pt x="6121511" y="2868078"/>
                  <a:pt x="6074282" y="2827773"/>
                  <a:pt x="6015925" y="2797605"/>
                </a:cubicBezTo>
                <a:cubicBezTo>
                  <a:pt x="5957570" y="2767439"/>
                  <a:pt x="5885366" y="2752355"/>
                  <a:pt x="5799315" y="2752355"/>
                </a:cubicBezTo>
                <a:cubicBezTo>
                  <a:pt x="5763708" y="2752355"/>
                  <a:pt x="5728348" y="2757053"/>
                  <a:pt x="5693236" y="2766449"/>
                </a:cubicBezTo>
                <a:cubicBezTo>
                  <a:pt x="5658123" y="2775845"/>
                  <a:pt x="5622021" y="2790929"/>
                  <a:pt x="5584931" y="2811700"/>
                </a:cubicBezTo>
                <a:cubicBezTo>
                  <a:pt x="5547840" y="2832471"/>
                  <a:pt x="5509265" y="2859671"/>
                  <a:pt x="5469207" y="2893300"/>
                </a:cubicBezTo>
                <a:cubicBezTo>
                  <a:pt x="5429149" y="2926929"/>
                  <a:pt x="5386866" y="2967976"/>
                  <a:pt x="5342357" y="3016441"/>
                </a:cubicBezTo>
                <a:cubicBezTo>
                  <a:pt x="5326532" y="2976878"/>
                  <a:pt x="5306750" y="2941023"/>
                  <a:pt x="5283012" y="2908878"/>
                </a:cubicBezTo>
                <a:cubicBezTo>
                  <a:pt x="5259274" y="2876732"/>
                  <a:pt x="5230590" y="2849038"/>
                  <a:pt x="5196961" y="2825794"/>
                </a:cubicBezTo>
                <a:cubicBezTo>
                  <a:pt x="5163333" y="2802551"/>
                  <a:pt x="5124510" y="2784500"/>
                  <a:pt x="5080496" y="2771642"/>
                </a:cubicBezTo>
                <a:cubicBezTo>
                  <a:pt x="5036482" y="2758784"/>
                  <a:pt x="4986781" y="2752355"/>
                  <a:pt x="4931391" y="2752355"/>
                </a:cubicBezTo>
                <a:cubicBezTo>
                  <a:pt x="4859188" y="2752355"/>
                  <a:pt x="4787726" y="2771889"/>
                  <a:pt x="4717007" y="2810958"/>
                </a:cubicBezTo>
                <a:cubicBezTo>
                  <a:pt x="4681647" y="2830493"/>
                  <a:pt x="4645731" y="2855652"/>
                  <a:pt x="4609259" y="2886438"/>
                </a:cubicBezTo>
                <a:lnTo>
                  <a:pt x="4577799" y="29151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de-DE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0389098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Larissa</vt:lpstr>
      <vt:lpstr>PowerPoint-Präsentation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love</dc:creator>
  <cp:lastModifiedBy>love</cp:lastModifiedBy>
  <cp:revision>1</cp:revision>
  <dcterms:created xsi:type="dcterms:W3CDTF">2026-01-22T16:26:37Z</dcterms:created>
  <dcterms:modified xsi:type="dcterms:W3CDTF">2026-01-22T16:28:24Z</dcterms:modified>
</cp:coreProperties>
</file>